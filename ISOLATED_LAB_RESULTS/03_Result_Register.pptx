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K_DREAMER4</a:t>
            </a:r>
          </a:p>
          <a:p>
            <a:r>
              <a:t>Tier: TIER_5_WORLD_NEURO_EMBODIED</a:t>
            </a:r>
          </a:p>
          <a:p>
            <a:r>
              <a:t>Identity: Upstream danijar/dreamerv3 @ e3f02248693a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danijar/dreamerv3 |</a:t>
            </a:r>
          </a:p>
          <a:p>
            <a:r>
              <a:t>| Commit | e3f02248693a79dc8b0ebd62c93683888ddaccfe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6.35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K_DREAMER4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